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CBA6-6987-C45A-843E-99EC2FC28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0DFA2-C7BB-DD9D-E9F6-5F78F9204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8A293-C689-44EA-1BE1-4D740605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B8270-4840-20ED-0BB9-E2EEB74E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63004-E9AA-DA8A-CA17-52AA4AF6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6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4A3DD-1A6C-15AB-C683-4EF24FBE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9D544-D8ED-72E4-B8FC-8EF6EF6E3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484F7-C1B3-809F-52C1-8145509B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AED1-6D7F-B631-D10F-EA01CEE9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F0997-6C10-6DA9-FFFC-1338D381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676B-39AA-CA29-EC08-A184C904D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521A6-368A-DBB8-DB3C-09D288042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CB15F-3319-591A-9D3D-56AF18E1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E3552-4263-0B30-3CBF-0DEFBEA17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9F1AD-AB65-50C6-AB4F-CAD5E3B4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2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BF4A-D996-3007-D358-DE265916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CB0FE-67EC-75CB-575A-6920E5FDC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B8B5C-4374-55F8-060B-88D39258F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07E23-3AB4-37BF-CCC6-8ED4DB9E2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5689D-837D-74A9-8714-CC0107B3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FB9F2-2717-ED59-199D-2CFBD92A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DD840-A52D-D034-997D-35FC05A5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9DB2D-37A3-9D78-3FA6-CA353BA4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4899F-D79F-485F-F9DC-E8BAC888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D57C1-D295-29E8-DCE9-DFBB47FCD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2C4D0-1ABA-EDC1-248A-440EA2429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D55A2-4D19-F8E9-5AAD-DDE83F9B3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8B0B2-3CDC-9942-EA7A-146E8AC6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5481C4-6038-E467-D613-E979F726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2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E281-CF41-B423-FF17-2C698544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34D4E-211D-BFFE-4553-35EDD1CC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A247F-6C25-1CB9-1E40-D857F0A2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6C5D6-F20B-329A-E17D-55645488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5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B8BB3-A441-97B1-D8D3-90872B67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113FD-8750-A513-3D22-819ED73B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58B11-C562-0AF2-4B20-985832B8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B99B-FAB3-B2B6-BB8C-0CAF347C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F58E-685C-D92D-991B-E60D6918E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CAA93-2878-6A4C-C774-F52235ACF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62A32-9D3C-FC96-64D6-C676CF1E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02CB4-4B1A-9A26-A408-F6204CDD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90E09-F4DA-0934-13B0-FCEAB3DD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1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4007-0183-D84E-FE0C-E3414A62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9EB9A4-678B-28FA-66A6-5F7F6A1A8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10CE-E4B9-8183-2253-7E8E96F72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1B55E-433D-EF92-3115-F634A8D4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FEB44-BAC5-D060-5864-F4BB6091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A7D75-F66F-08A0-E4E2-35891AA3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3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3701-B3A9-E713-3809-AF9FA933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C4B81-7A4D-6E84-C7A0-7DF746A63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B29D-F933-DD2D-8324-1632228E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5C0C9-8678-7FDE-0A1B-40716605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4303F-6775-15D0-EDD4-E5F6283A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1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5FF4D-20FF-F82A-3539-7C538FEC3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99D9C-86F7-2C82-875A-607A75472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E4DB4-B6B1-3A9D-9E31-5B0F5CDF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0223B-F39D-5467-DD72-314F9637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0D5A6-5AD7-A175-DD3C-E2BBFC14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0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09836-9AA2-7C14-6EBE-2728FE21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F84FF-E11E-EE06-2F8A-BE1CF5E40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631A3-A463-ED7A-A79A-D25F5C016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DB645-D849-A841-9F8B-04B88F63431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44597-FDEE-A90F-3BA2-F4413BB0E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3EA6-EDB4-6022-1D25-F19C96A07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CFDD1-C693-DF4B-878B-2C0FCDDC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2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EFFEEDE-796A-DD3A-2537-30F44F829BAA}"/>
              </a:ext>
            </a:extLst>
          </p:cNvPr>
          <p:cNvSpPr/>
          <p:nvPr/>
        </p:nvSpPr>
        <p:spPr>
          <a:xfrm>
            <a:off x="3817088" y="372566"/>
            <a:ext cx="3381153" cy="18140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39EA50-E032-4B51-4C29-355DB2A4DFE4}"/>
              </a:ext>
            </a:extLst>
          </p:cNvPr>
          <p:cNvSpPr/>
          <p:nvPr/>
        </p:nvSpPr>
        <p:spPr>
          <a:xfrm>
            <a:off x="4338084" y="3836240"/>
            <a:ext cx="2466753" cy="18140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AC1881C3-43DB-CEB4-EA05-A76069A6F6B6}"/>
              </a:ext>
            </a:extLst>
          </p:cNvPr>
          <p:cNvSpPr/>
          <p:nvPr/>
        </p:nvSpPr>
        <p:spPr>
          <a:xfrm>
            <a:off x="3976905" y="534968"/>
            <a:ext cx="3083442" cy="160208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Fira Sans Condensed Medium" panose="020B0603050000020004" pitchFamily="34" charset="0"/>
              </a:rPr>
              <a:t>Main version</a:t>
            </a:r>
          </a:p>
          <a:p>
            <a:pPr algn="ctr"/>
            <a:r>
              <a:rPr lang="en-US" dirty="0">
                <a:latin typeface="Fira Sans Condensed Medium" panose="020B0603050000020004" pitchFamily="34" charset="0"/>
              </a:rPr>
              <a:t>(on </a:t>
            </a:r>
            <a:r>
              <a:rPr lang="en-US" dirty="0" err="1">
                <a:latin typeface="Fira Sans Condensed Medium" panose="020B0603050000020004" pitchFamily="34" charset="0"/>
              </a:rPr>
              <a:t>github.com</a:t>
            </a:r>
            <a:r>
              <a:rPr lang="en-US" dirty="0">
                <a:latin typeface="Fira Sans Condensed Medium" panose="020B0603050000020004" pitchFamily="34" charset="0"/>
              </a:rPr>
              <a:t>)</a:t>
            </a:r>
          </a:p>
        </p:txBody>
      </p:sp>
      <p:pic>
        <p:nvPicPr>
          <p:cNvPr id="5" name="Picture 4" descr="Laptop clipart Vector Images &amp; Graphics for Commercial Use | VectorStock">
            <a:extLst>
              <a:ext uri="{FF2B5EF4-FFF2-40B4-BE49-F238E27FC236}">
                <a16:creationId xmlns:a16="http://schemas.microsoft.com/office/drawing/2014/main" id="{2B0C4D8F-C341-2C98-6911-CE94985D0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618" y="3836240"/>
            <a:ext cx="2278519" cy="1782878"/>
          </a:xfrm>
          <a:prstGeom prst="rect">
            <a:avLst/>
          </a:prstGeom>
        </p:spPr>
      </p:pic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9AAF5B0B-4FA6-F78D-26C2-F6F2F334A578}"/>
              </a:ext>
            </a:extLst>
          </p:cNvPr>
          <p:cNvCxnSpPr>
            <a:cxnSpLocks/>
            <a:stCxn id="38" idx="3"/>
            <a:endCxn id="46" idx="3"/>
          </p:cNvCxnSpPr>
          <p:nvPr/>
        </p:nvCxnSpPr>
        <p:spPr>
          <a:xfrm flipH="1">
            <a:off x="6804837" y="1279599"/>
            <a:ext cx="393404" cy="3463674"/>
          </a:xfrm>
          <a:prstGeom prst="bentConnector3">
            <a:avLst>
              <a:gd name="adj1" fmla="val -2391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DF2E000-E07F-12E3-8CFB-8E5E5BC690B1}"/>
              </a:ext>
            </a:extLst>
          </p:cNvPr>
          <p:cNvSpPr/>
          <p:nvPr/>
        </p:nvSpPr>
        <p:spPr>
          <a:xfrm>
            <a:off x="7198241" y="2355476"/>
            <a:ext cx="1789192" cy="11094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</a:t>
            </a:r>
            <a:r>
              <a:rPr lang="en-US" b="1" dirty="0"/>
              <a:t>Clone</a:t>
            </a:r>
            <a:r>
              <a:rPr lang="en-US" dirty="0"/>
              <a:t>” </a:t>
            </a:r>
          </a:p>
          <a:p>
            <a:pPr algn="ctr"/>
            <a:r>
              <a:rPr lang="en-US" dirty="0"/>
              <a:t>to local </a:t>
            </a:r>
          </a:p>
          <a:p>
            <a:pPr algn="ctr"/>
            <a:r>
              <a:rPr lang="en-US" dirty="0"/>
              <a:t>computer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E2CC675-7D8A-F2AD-9333-64186CC86343}"/>
              </a:ext>
            </a:extLst>
          </p:cNvPr>
          <p:cNvSpPr/>
          <p:nvPr/>
        </p:nvSpPr>
        <p:spPr>
          <a:xfrm>
            <a:off x="4764106" y="5781520"/>
            <a:ext cx="1789192" cy="74278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Modify files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DA67011-9B78-93B7-ED03-37AC5627F932}"/>
              </a:ext>
            </a:extLst>
          </p:cNvPr>
          <p:cNvCxnSpPr>
            <a:cxnSpLocks/>
            <a:stCxn id="46" idx="1"/>
            <a:endCxn id="38" idx="1"/>
          </p:cNvCxnSpPr>
          <p:nvPr/>
        </p:nvCxnSpPr>
        <p:spPr>
          <a:xfrm rot="10800000">
            <a:off x="3817088" y="1279599"/>
            <a:ext cx="520996" cy="3463674"/>
          </a:xfrm>
          <a:prstGeom prst="bentConnector3">
            <a:avLst>
              <a:gd name="adj1" fmla="val 2438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9D2D258-4E55-2153-7F0E-DE3AC1C6AAD1}"/>
              </a:ext>
            </a:extLst>
          </p:cNvPr>
          <p:cNvSpPr/>
          <p:nvPr/>
        </p:nvSpPr>
        <p:spPr>
          <a:xfrm>
            <a:off x="1945797" y="3384141"/>
            <a:ext cx="2020186" cy="11094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</a:t>
            </a:r>
            <a:r>
              <a:rPr lang="en-US" b="1" dirty="0"/>
              <a:t>Commit</a:t>
            </a:r>
            <a:r>
              <a:rPr lang="en-US" dirty="0"/>
              <a:t>” </a:t>
            </a:r>
          </a:p>
          <a:p>
            <a:pPr algn="ctr"/>
            <a:r>
              <a:rPr lang="en-US" dirty="0"/>
              <a:t>changes on local </a:t>
            </a:r>
          </a:p>
          <a:p>
            <a:pPr algn="ctr"/>
            <a:r>
              <a:rPr lang="en-US" dirty="0"/>
              <a:t>computer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8EDEC77-AC6C-3EFA-6D23-426704FFC6A0}"/>
              </a:ext>
            </a:extLst>
          </p:cNvPr>
          <p:cNvSpPr/>
          <p:nvPr/>
        </p:nvSpPr>
        <p:spPr>
          <a:xfrm>
            <a:off x="1945797" y="1984188"/>
            <a:ext cx="2020186" cy="11094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</a:t>
            </a:r>
            <a:r>
              <a:rPr lang="en-US" b="1" dirty="0"/>
              <a:t>Push</a:t>
            </a:r>
            <a:r>
              <a:rPr lang="en-US" dirty="0"/>
              <a:t>” </a:t>
            </a:r>
          </a:p>
          <a:p>
            <a:pPr algn="ctr"/>
            <a:r>
              <a:rPr lang="en-US" dirty="0"/>
              <a:t>changes to cloud (main) version</a:t>
            </a:r>
          </a:p>
        </p:txBody>
      </p:sp>
    </p:spTree>
    <p:extLst>
      <p:ext uri="{BB962C8B-B14F-4D97-AF65-F5344CB8AC3E}">
        <p14:creationId xmlns:p14="http://schemas.microsoft.com/office/powerpoint/2010/main" val="243049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4DD9F-F927-B4A0-23CA-91A0298E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F0DD68-7C5F-3FC8-0216-5AA276812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810" y="1702578"/>
            <a:ext cx="5529496" cy="3856648"/>
          </a:xfrm>
          <a:prstGeom prst="rect">
            <a:avLst/>
          </a:prstGeom>
        </p:spPr>
      </p:pic>
      <p:sp>
        <p:nvSpPr>
          <p:cNvPr id="6" name="&quot;No&quot; Symbol 5">
            <a:extLst>
              <a:ext uri="{FF2B5EF4-FFF2-40B4-BE49-F238E27FC236}">
                <a16:creationId xmlns:a16="http://schemas.microsoft.com/office/drawing/2014/main" id="{FBC39F3D-65CF-83E7-1029-D4760FFCC17F}"/>
              </a:ext>
            </a:extLst>
          </p:cNvPr>
          <p:cNvSpPr/>
          <p:nvPr/>
        </p:nvSpPr>
        <p:spPr>
          <a:xfrm>
            <a:off x="4258055" y="1508221"/>
            <a:ext cx="4051005" cy="4051005"/>
          </a:xfrm>
          <a:prstGeom prst="noSmoking">
            <a:avLst>
              <a:gd name="adj" fmla="val 693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54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Fira Sans Condensed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Helveston, John Paul</dc:creator>
  <cp:lastModifiedBy>Helveston, John Paul</cp:lastModifiedBy>
  <cp:revision>4</cp:revision>
  <dcterms:created xsi:type="dcterms:W3CDTF">2026-07-21T22:06:35Z</dcterms:created>
  <dcterms:modified xsi:type="dcterms:W3CDTF">2026-07-21T22:22:31Z</dcterms:modified>
</cp:coreProperties>
</file>